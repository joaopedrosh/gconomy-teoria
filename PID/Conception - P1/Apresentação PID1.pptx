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72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771BB-E48D-4EB3-8997-A4A359EF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B4FF51-4012-4544-B3E0-60D7D1AD0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E2DFF8-0431-4218-8773-C2E66496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57838-8EBB-4D00-B08C-BD3370B4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C3317-81E3-428C-B21C-7B353300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000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26706-9B59-4FD3-A892-EEC35735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8662-1082-44D5-BFB2-6362F3BFA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D121BC-94B2-4B86-8846-F48CE1C8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AEF520-C9D7-4BBA-A273-2055408D3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F03962-3906-4C1B-8AA7-B3CBB2EC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61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A3391-5A67-407A-BF5D-47902F13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9F1757-991C-433F-AC88-3AD8BF1B4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154234-0183-4757-8C53-C355CE88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0EE8F8-F972-4348-AAB9-D97DAB3C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AB1B73-A664-4AD6-97E2-19F861BE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5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94768-AEB5-42ED-8A24-5DB79E7C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815606-9E1E-4CF5-80A5-95A727EB2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9ECBB1-00B3-48AE-B09C-158AC290D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721C5F-2C43-4BD7-90AF-586EBD44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345206-8D12-4A83-A434-544FDD86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7E45E0-D68F-41A2-AFF2-EBDC57E4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03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4E4C3-F017-4FDB-BB18-866C842D2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6F1350-F3E7-4F27-89C2-8B58F1DC1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05BA3A-E9AA-4FA6-8941-4B84672F6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EEDA1D-D0A2-4D5F-AB69-4E7CF00CB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264977-6970-4178-8ED6-101C42714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5FA1B3-553A-49BC-A0AD-D0043C0D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B43B4D3-3001-406E-A032-4674EC44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0455F8-37DB-4C4A-93C2-17165F2D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78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1F83F-DF7E-43E0-B6CE-A4B9FB55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714867-3A24-494F-931F-35454583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321027-0530-4B46-8A7D-115A84F0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0A8E77-E0A3-4503-B639-A9CDD5D2D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66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C2DEE7-CEA3-429A-B49D-0C8EB907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56F404-34DC-45BF-BF19-7B248540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9F09E8-6937-4AC4-B1D1-2CCFD76D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63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D547-C1A7-483C-80B6-5EFA619D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3B73C6-1FBE-441D-A907-652B40336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BC0355-CA3E-48A8-970F-23662E757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9CF904-860E-4386-9A35-597012B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E5F399-ADB8-4C80-9306-768115F6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AD8A3C-DA74-4DB6-9229-521EF330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4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2FB15-F385-4117-B8C0-D485310E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CC5909-8BFD-4FA3-A197-147CD0C2F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F8628B-F0CD-41D0-9801-DB1D00156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7987FC-B331-4E23-AC39-FABC8E6D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C7FA0F-E2CC-4D92-8036-57FF2FAB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E20D6C-D562-4C3A-A470-83AC7F9D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90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807F0-6B55-47D1-B5E6-5EBCE34F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0A944B-CFD5-4A0E-B5FA-BBDED7CC6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1B217-764A-4EA2-B1D8-21487F97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F2E79-FB1C-4CAB-952E-A4F650B0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96CC97-1A26-421C-AD76-DA1B9178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30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5DC7ED-3E36-45E1-BC81-8CE329395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97525C-2BD1-44C4-8906-7A8813D4F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7CB2B-1AE1-4BC0-854C-B960E2AD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C059D-D586-4B00-9EC9-1A6DEA43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6BF0ED-4B82-4F43-B299-1F657938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13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6317C4E-59AA-484A-B24D-7E67A57A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5A3214-6E39-4DF9-A4AB-C45C7868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FFB03E-AAA7-4E28-A7E1-B87D76190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6100E-E5FA-4846-9B25-3C8F521E2675}" type="datetimeFigureOut">
              <a:rPr lang="pt-BR" smtClean="0"/>
              <a:t>27/08/2021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DA8DC7-3EAE-4794-A100-5F7401469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363A2A-C521-467B-A26E-A842C5AEB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F0D15-111A-43A2-BF61-8E4DF67734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5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9E7595D-0655-422D-B323-B33CD4128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556" y="1654885"/>
            <a:ext cx="7885043" cy="2387600"/>
          </a:xfrm>
        </p:spPr>
        <p:txBody>
          <a:bodyPr>
            <a:normAutofit/>
          </a:bodyPr>
          <a:lstStyle/>
          <a:p>
            <a:b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pt-BR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Gconomy: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Um Aplicativo para Auxílio no Ensino Financeiro e Práticas de Investimentos para Indivíduos de Média e Baixa Renda </a:t>
            </a:r>
            <a:endParaRPr lang="pt-BR" sz="9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7E2423-66FD-49DD-90DE-68183C2535B8}"/>
              </a:ext>
            </a:extLst>
          </p:cNvPr>
          <p:cNvSpPr txBox="1"/>
          <p:nvPr/>
        </p:nvSpPr>
        <p:spPr>
          <a:xfrm>
            <a:off x="198783" y="5431634"/>
            <a:ext cx="8030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Autores:  João Pedro Pereira Lima, Josué Araújo Moreira , Thiago Henry Oliveira </a:t>
            </a:r>
          </a:p>
          <a:p>
            <a:r>
              <a:rPr lang="pt-BR" dirty="0"/>
              <a:t>Orientador: Armando José de Sá Santos</a:t>
            </a:r>
          </a:p>
          <a:p>
            <a:endParaRPr lang="pt-BR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9AEC8C6-813B-4A89-AE3D-86C9A300F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422" y="1732661"/>
            <a:ext cx="2206022" cy="247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 descr="Brasão e Marca | Universidade do Estado do Pará">
            <a:extLst>
              <a:ext uri="{FF2B5EF4-FFF2-40B4-BE49-F238E27FC236}">
                <a16:creationId xmlns:a16="http://schemas.microsoft.com/office/drawing/2014/main" id="{ECA39B2E-C76D-4C04-A0A6-696E0EC25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213" y="265736"/>
            <a:ext cx="4751217" cy="219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017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665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Agenda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BCF3621-3647-4044-990B-EFE5902C62C3}"/>
              </a:ext>
            </a:extLst>
          </p:cNvPr>
          <p:cNvSpPr txBox="1"/>
          <p:nvPr/>
        </p:nvSpPr>
        <p:spPr>
          <a:xfrm>
            <a:off x="604911" y="1860024"/>
            <a:ext cx="4430915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INTRODUÇÃO E JUSTIICATIVA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OBJETIVOS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METODOLOGIA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RESULTADOS ESPERADOS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TRABALHOS CORRELATOS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IMPACTOS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CRONOGRAMA DE EXECUÇÃO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ORÇAMENTOS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REFERÊNCIAS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4A1ACF9-A571-4064-9DB8-9E8B225E7973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20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27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Introdução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20542" y="1653510"/>
            <a:ext cx="90909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Desde a predominância do capitalismo como o sistema socioeconômico em diversos países do planeta, foram acontecendo muitas mudanças e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upgrades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 economia mundial e consequentemente na brasileira.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Ferreia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Fiori et al, 2017 ) Surgimento de  Novos produtos  e 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 Transações.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 (Castelar,2009) A sociedade tem um vivência assimétricas perante ao ciclo social dos investimentos.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64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91329"/>
            <a:ext cx="2656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Metodologia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682987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683013"/>
            <a:ext cx="909099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Tipo de abordagem: Pesquisa quantitativa</a:t>
            </a: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Análise da situação socioeconômica do publico alvo e para levantamento e análise de requisitos.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-Tipo de Pesquisa: Descritiva</a:t>
            </a: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	-Ferramentas: Gforms, WhatsApp , Instagram, Facebook</a:t>
            </a:r>
          </a:p>
          <a:p>
            <a:pPr algn="just"/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Observação dos dados coletados</a:t>
            </a:r>
          </a:p>
          <a:p>
            <a:pPr lvl="1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-Tipo de Análise: Estatística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Modelagem de dados 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 Ferramenta: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Wordershare</a:t>
            </a: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EdrawMax</a:t>
            </a: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Codificação da aplicação </a:t>
            </a:r>
          </a:p>
          <a:p>
            <a:pPr lvl="2"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-Linguagem : React Native</a:t>
            </a:r>
          </a:p>
          <a:p>
            <a:pPr lvl="2" algn="just"/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-Plataforma de desenvolvimento: Visual Studio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Testes de Usabilidade</a:t>
            </a: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- Metodologia: Métricas de IHC</a:t>
            </a:r>
          </a:p>
          <a:p>
            <a:pPr algn="just"/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- Ferramenta: </a:t>
            </a:r>
            <a:r>
              <a:rPr lang="pt-BR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GoogleForms</a:t>
            </a: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093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992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Objetivos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Geral 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/>
            <a:r>
              <a:rPr lang="pt-BR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Desenvolver uma aplicação a fim de auxiliar indivíduos de média e baixa renda quanto a finanças, visando a aprendizagem e o direcionamento para o ramo dos investimentos.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Específicos </a:t>
            </a:r>
            <a:endParaRPr lang="pt-BR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 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Analisar a situação socioeconômica dos indivíduos e seus níveis de conhecimento quanto a finanças e investimentos.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levantamento e análise de requisitos.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a modelagem e diagramação.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a codificação do sistema.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Realizar o teste usabilidade do software. 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765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4322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Resultados Esperados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1148251" y="1417983"/>
            <a:ext cx="9090991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179388" indent="-179388"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Contribuir para a compreensão e práticas de indivíduos de renda média e baixa diante suas finanças e investimentos, visando o crescimento econômico para sustento e realização de sonhos do mesmo.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Ter uma base para um futuro trabalho de conclusão de curso.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Criação e Patente do aplicativo para o ensino em finanças e investimentos. </a:t>
            </a:r>
          </a:p>
          <a:p>
            <a:pPr marL="179388" indent="-179388"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Disponibilizar o referente projeto para futuras pesquisas na Biblioteca da Universidade do Estado do Pará. </a:t>
            </a:r>
          </a:p>
          <a:p>
            <a:pPr algn="just"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 Submeter artigos em eventos acadêmicos e científicos.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91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4147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Trabalhos Correlatos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1625801"/>
            <a:ext cx="112498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179388" indent="-179388" algn="just">
              <a:lnSpc>
                <a:spcPct val="150000"/>
              </a:lnSpc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marL="285750" indent="-285750" algn="l">
              <a:buFontTx/>
              <a:buChar char="-"/>
            </a:pPr>
            <a:r>
              <a:rPr lang="pt-BR" sz="2000" dirty="0"/>
              <a:t>Nico: Aplicativo para Auxiliar na educação Financeira de Crianças do Ensino Fundamental (Pontes,2017)</a:t>
            </a:r>
          </a:p>
          <a:p>
            <a:pPr marL="285750" indent="-285750" algn="l">
              <a:buFontTx/>
              <a:buChar char="-"/>
            </a:pPr>
            <a:endParaRPr lang="pt-BR" sz="2000" dirty="0"/>
          </a:p>
          <a:p>
            <a:pPr marL="285750" indent="-285750" algn="l">
              <a:buFontTx/>
              <a:buChar char="-"/>
            </a:pPr>
            <a:r>
              <a:rPr lang="pt-BR" sz="2000" dirty="0"/>
              <a:t>Desenvolvimento de um aplicativo para controle financeiro pessoal (Ramos,2021)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080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1936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Impactos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CBB2E-0EBE-4BE2-96AC-E88E7A8D4FF0}"/>
              </a:ext>
            </a:extLst>
          </p:cNvPr>
          <p:cNvSpPr txBox="1"/>
          <p:nvPr/>
        </p:nvSpPr>
        <p:spPr>
          <a:xfrm>
            <a:off x="604911" y="1625801"/>
            <a:ext cx="1124989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20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- Crescimento no uso de táticas de investimentos por indivíduos de renda média e baixa. </a:t>
            </a:r>
          </a:p>
          <a:p>
            <a:pPr>
              <a:lnSpc>
                <a:spcPct val="150000"/>
              </a:lnSpc>
            </a:pP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- Melhoria no controle de finanças do público-alvo em questão. 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 - </a:t>
            </a:r>
            <a:r>
              <a:rPr lang="pt-BR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Aumento da expectativa quanto ao desenvolvimento econômico pessoal. </a:t>
            </a:r>
          </a:p>
        </p:txBody>
      </p:sp>
    </p:spTree>
    <p:extLst>
      <p:ext uri="{BB962C8B-B14F-4D97-AF65-F5344CB8AC3E}">
        <p14:creationId xmlns:p14="http://schemas.microsoft.com/office/powerpoint/2010/main" val="401203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579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Cronograma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FEE0AC32-41FE-459E-96C7-BB32F261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16" y="1440873"/>
            <a:ext cx="6619875" cy="502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082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2F19BDD5-A005-4847-AC63-BD768B3F0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15" y="2261322"/>
            <a:ext cx="67437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54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32C70FD0-86A7-4274-88B9-04928195F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440554"/>
            <a:ext cx="6209907" cy="51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3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604911" y="590842"/>
            <a:ext cx="2321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i="1" dirty="0"/>
              <a:t>Orçamento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07C62304-5C36-44DF-B1A7-877575968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1643496"/>
            <a:ext cx="63055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23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70BFC5C-FA97-410F-A0A1-787B45309C13}"/>
              </a:ext>
            </a:extLst>
          </p:cNvPr>
          <p:cNvSpPr txBox="1"/>
          <p:nvPr/>
        </p:nvSpPr>
        <p:spPr>
          <a:xfrm>
            <a:off x="536430" y="590842"/>
            <a:ext cx="2389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3600" b="1" i="1" dirty="0"/>
              <a:t>Referências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9D7320-DAE4-47BA-8C3D-5DA72FC632EE}"/>
              </a:ext>
            </a:extLst>
          </p:cNvPr>
          <p:cNvCxnSpPr/>
          <p:nvPr/>
        </p:nvCxnSpPr>
        <p:spPr>
          <a:xfrm>
            <a:off x="604911" y="1237173"/>
            <a:ext cx="340580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CA01FE-B570-4318-A937-AB4E201C6A27}"/>
              </a:ext>
            </a:extLst>
          </p:cNvPr>
          <p:cNvSpPr txBox="1"/>
          <p:nvPr/>
        </p:nvSpPr>
        <p:spPr>
          <a:xfrm>
            <a:off x="604911" y="1457880"/>
            <a:ext cx="104047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Android, Documentos. 2021, Disponível em: &lt;https://developer.android.com/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studio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intro?hl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pt-br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Boletim diário do mercado | B3, 2021, Disponível em: http://www.b3.com.br/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pt_br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market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-data-e-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indices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servicos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de-dados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market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-data/consultas/boletim-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diario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/boletim-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diario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-do-mercado/.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Castelar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A., Organizadores, J.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and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Sicsú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J. ([S.d.]), Disponível em: https://www.ipea.gov.br/portal/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images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/stories/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PDFs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/livros/livro_sociedadeeeconomia.pdf.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Cordeiro, N. J. N., Costa, M. G. V. e Silva, M. N. (2018) “EDUCAÇÃO FINANCEIRA NO BRASIL: uma perspectiva panorâmica”, Ensino da Matemática em Debate, ISSN 2358-4122</a:t>
            </a:r>
            <a:r>
              <a:rPr lang="pt-BR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São Paulo, v. 5, n. 1, p. 69-84, Disponível em: https://revistas.pucsp.br/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emd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/36841.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EdrawMax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| Ferramenta de Diagramação Tudo em Um , 2021, Disponível em: https://www.edrawsoft.com/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edraw-max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Facebook, 2021, Disponível em: https://www.facebook.com/.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2279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13268C0-86AF-4ED7-A977-D6113544461D}"/>
              </a:ext>
            </a:extLst>
          </p:cNvPr>
          <p:cNvSpPr txBox="1"/>
          <p:nvPr/>
        </p:nvSpPr>
        <p:spPr>
          <a:xfrm>
            <a:off x="387927" y="474254"/>
            <a:ext cx="1163781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Ferreira, J. C. (2017) “A importância da Educação Financeira Pessoal para a Qualidade de Vida”, Revista do Departamento de Administração da FEA, Caderno de Administração, ISSN 1414-7394, Disponível em: https://revistas.pucsp.br/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caadm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/33268.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Ferreira, J. B., Silva, F. S. S., Ferreira, M. F., “A Relevância dos Sistemas de Informação para tomadas de decisões: Estudo de caso em uma corretora de seguros do Alto Paranaíba/MG”, Revista Eletrônica de Sistemas de Informação e Gestão Tecnológica, 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RESIGeT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, v.9, n.1, 2018.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Fiori, D. D., Mafra, R. Z., Fernandes, T. A., Filho, J. B. e Nascimento, L. R. C. (2017) “O efeito da Educação Financeira sobre a relação entre adimplência e trabalhadores na cidade de Manaus”, Revista do Instituto de Ciências Econômicas, Administrativas e Contábeis, SINERGIA, ISSN 0102-7360, Rio Grande, v. 21, n. 2, p.31-45, Disponível em: https://seer.furg.br/sinergia/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/7215.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Firebase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, Documentos, 2021, Disponível em: &lt;https: //firebase.google.com/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products-build?hl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pt-br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</a:rPr>
              <a:t>&gt;.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Gerhardt e Silveira, 2009, Métodos de Pesquisa, Livro, Disponível em: https://docero.com.br/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doc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/en5vxs.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GForms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2020, Disponível em: &lt;https://docs.google.com/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forms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/u/0/&gt;.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Gil, A. C., Métodos e técnicas de pesquisa social. 4. ed. São Paulo: Atlas, 2008. </a:t>
            </a: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Instagram, 2018, Disponível em: https://www.instagram.com/ </a:t>
            </a:r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0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2802BCE-D456-47BB-B8CD-BA8B9CEB3C1B}"/>
              </a:ext>
            </a:extLst>
          </p:cNvPr>
          <p:cNvSpPr txBox="1"/>
          <p:nvPr/>
        </p:nvSpPr>
        <p:spPr>
          <a:xfrm>
            <a:off x="187036" y="335248"/>
            <a:ext cx="1181792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Kotlinlang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Documentos, 2020, Disponível em: &lt;https://kotlinlang.org/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docs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/home.html&gt;.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Leite, G. G. et al., “No$$o Dinheiro: Um jogo sério para introdução à educação financeira”, Revista de Educação Ciência e Tecnologia, v.9, n.1, 2020.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Linhares, F. S., Costa, F. M. de.,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Beiruth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A. X., “Gerenciamento de resultados e eficiência de investimentos”, Revista Brasileira de gestão de negócios, RBGN, ISSN 1806-4892, São Paulo, v.20, n2, p.295-310, 2018. </a:t>
            </a:r>
          </a:p>
          <a:p>
            <a:endParaRPr 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Martins, B., Tomada de decisão: analisando o uso de Sistemas de Informação na empresa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Joagro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ferragens de Estrela / RS. CENTRO UNIVERSITÁRIO INIVATES. Lajeado, novembro de 2014.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Barros Neto, 2011, “Modelagem em geometria digital aprimorada por técnicas adaptativas de segmentos de retas”, Laboratório de Linguagens e Técnicas Adaptativas.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Oracle, Documentos, Disponível em: &lt;https: //www.oracle.com/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java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/&gt;.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Pontes, A. N., Tomazela, M. G. J. M., Alves, D. C. (2017) “NICO: Aplicativo para auxiliar na Educação Financeira de crianças do ensino fundamental”, Revista Fatec Zona Sul,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Refas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2017, ISSN 2359-182X, Disponível em: http://www.revistarefas.com.br/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index.php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RevFATECZS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article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view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/125/134.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Ramos, B. S., “Desenvolvimento de um aplicativo para controle financeiro pessoal”, 49p., Monografia (Curso de Engenharia da Computação do Instituto de Ciências Exatas e Aplicadas) - Universidade Federal de Ouro Preto, João Monlevade – MG, abr. 2021.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1724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3CF5160-50A9-4C1B-8FFC-FB7757885EB8}"/>
              </a:ext>
            </a:extLst>
          </p:cNvPr>
          <p:cNvSpPr txBox="1"/>
          <p:nvPr/>
        </p:nvSpPr>
        <p:spPr>
          <a:xfrm>
            <a:off x="173182" y="543112"/>
            <a:ext cx="118456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React Native · Learn once, write anywhere, 2021,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Disponível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em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https://reactnative.dev/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Santos, R., “A Importância da satisfação do usuário para 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porjeto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interaces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”.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Anias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3° Congresso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Internecional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Ergonomia e Usabilidade Design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Interace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e Interação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Homem-Computador.Rio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Janeiro: PUC,2004.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Visual Studio Code, 2021, Disponível em: https://code.visualstudio.com/. </a:t>
            </a:r>
          </a:p>
          <a:p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WhatsApp, 2021, Disponível em: https://www.whatsapp.com/?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lang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pt_br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8369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1461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Wingdings</vt:lpstr>
      <vt:lpstr>Tema do Office</vt:lpstr>
      <vt:lpstr>  Gconomy: Um Aplicativo para Auxílio no Ensino Financeiro e Práticas de Investimentos para Indivíduos de Média e Baixa Renda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Gconomy: Um Aplicativo para Auxílio no Ensino Financeiro e Práticas de Investimentos para Indivíduos de Média e Baixa Renda</dc:title>
  <dc:creator>Josué</dc:creator>
  <cp:lastModifiedBy>Josué</cp:lastModifiedBy>
  <cp:revision>14</cp:revision>
  <dcterms:created xsi:type="dcterms:W3CDTF">2021-08-25T12:13:07Z</dcterms:created>
  <dcterms:modified xsi:type="dcterms:W3CDTF">2021-08-27T15:16:16Z</dcterms:modified>
</cp:coreProperties>
</file>